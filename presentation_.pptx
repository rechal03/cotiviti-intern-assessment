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2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4.0999999999999996</c:v>
                </c:pt>
                <c:pt idx="1">
                  <c:v>5.18</c:v>
                </c:pt>
                <c:pt idx="2">
                  <c:v>6.5</c:v>
                </c:pt>
                <c:pt idx="3">
                  <c:v>8.1</c:v>
                </c:pt>
                <c:pt idx="4">
                  <c:v>10.1</c:v>
                </c:pt>
                <c:pt idx="5">
                  <c:v>12.8</c:v>
                </c:pt>
                <c:pt idx="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BE-4F80-AA90-F6882F8EC6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639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-365760"/>
            <a:ext cx="2011680" cy="201168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0000"/>
                </a:solidFill>
              </a:rPr>
              <a:t>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COTIVITI INTERN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Clinical Natural Language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Technology for Health Care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</a:rPr>
              <a:t>Past, Present &amp; Future Approaches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</a:rPr>
              <a:t>NLP · OCR · Computer Vision · LLM · LMM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8"/>
                </a:solidFill>
              </a:rPr>
              <a:t>Topic 1  |  Rule-Based NLP · Hybrid Fusion · Confidence Scoring · Streamlit POC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What We'll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Topic Definition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What is Clinical NLP and why does it matter?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5328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Three Eras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8986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Rule-based → Statistical/OCR → LLM/LMM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37673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749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Market Trends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$5.18B → $16B by 2030 | Key drivers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56048" y="12984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5604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1280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Opportunities &amp; Threats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16642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Claims review, PHI compliance, hallucination risk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56048" y="25328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514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Strategic Recommendations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28986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Hybrid CRR layer + human-in-the-loop scoring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56048" y="37673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749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Proof of Concept Demo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77840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Live Streamlit hybrid extraction pipeline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Clinical NLP?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Clinical NLP converts unstructured clinical text — physician notes, discharge summaries, claims narratives, and scanned records — into machine-readable, structured data that can be audited, analyzed, and applied in payment integrity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A896"/>
                </a:solidFill>
              </a:rPr>
              <a:t>PAST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816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Rule-Based NLP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" y="331012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</a:rPr>
              <a:t>Regex patterns + clinical abbreviation dictionaries. Fast, deterministic, auditable.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A896"/>
                </a:solidFill>
              </a:rPr>
              <a:t>PRESENT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816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Statistical / LLM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10128" y="331012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</a:rPr>
              <a:t>NER models, OCR, and LLMs reason across context and handle novel phrasing.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A896"/>
                </a:solidFill>
              </a:rPr>
              <a:t>FUTURE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816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Multimodal AI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44768" y="331012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</a:rPr>
              <a:t>LMMs process text, images, and lab data together. Computer vision reads scanned forms.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17520" y="3611880"/>
            <a:ext cx="25603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52160" y="3611880"/>
            <a:ext cx="25603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Market Trends &amp; Drivers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</a:rPr>
              <a:t>$5.18B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</a:rPr>
              <a:t>NLP Market Size (2025)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MarketsandMarkets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</a:rPr>
              <a:t>$16B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9933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</a:rPr>
              <a:t>Projected by 2030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MarketsandMarkets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2344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</a:rPr>
              <a:t>~25%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19933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</a:rPr>
              <a:t>CAGR Growth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377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MarketsandMarkets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2788920"/>
          <a:ext cx="84124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Opportunities &amp; Threats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E8F5F0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✅  Opportunities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Accelerated Claims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NLP validates medical necessity without reading full charts, increasing throughput.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Policy-to-Data Matching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Automated extraction surfaces mismatches between clinical notes and claim data.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Reduced Provider Abrasion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Fewer false positives on legitimate claims; less friction for providers.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FEF3F2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</a:rPr>
              <a:t>⚠️  Threats &amp; Risks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</a:rPr>
              <a:t>LLM Hallucination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Rates up to 65.9% under default prompting; 44.2% with mitigation (PMC, 2026).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</a:rPr>
              <a:t>PHI Compliance (HIPAA)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Clinical text is dense with protected health info — the top barrier to deployment.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</a:rPr>
              <a:t>Detection Difficulty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Medical hallucinations use domain-specific language, hard for non-experts to catch.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Strategic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</a:rPr>
              <a:t>for Cotiviti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8412480" cy="1325880"/>
          </a:xfrm>
          <a:prstGeom prst="roundRect">
            <a:avLst>
              <a:gd name="adj" fmla="val 8276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7335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Hybrid Clinical Record Review (CRR)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39112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Augment deterministic rule-based extraction with an LLM layer for novel or ambiguous phrasing. Rules handle well-defined patterns (fast, auditable); LLM handles the tail. Hallucination exposure is constrained because the LLM is only invoked where rules fail.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8412480" cy="1325880"/>
          </a:xfrm>
          <a:prstGeom prst="roundRect">
            <a:avLst>
              <a:gd name="adj" fmla="val 8276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Human-in-the-Loop Confidence Scoring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547872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Score confidence for each extraction and auto-route lower-confidence or higher-dollar-impact claims to human reviewers. Maximizes automation throughput without accepting the patient-safety and compliance risk of fully automated claim decisions.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96"/>
                </a:solidFill>
              </a:rPr>
              <a:t>Cotiviti's existing claims-validation model makes clinical NLP a natural extension — not an add-on.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Proof of Concept: Hybrid Clinical NLP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Clinical Note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1810512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114300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1168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Rule-Based Extraction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810512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49040" y="114300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4904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(Hybrid Fusion)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1810512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0" y="114300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 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810512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23760" y="114300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2376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JSON 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What the POC Demonstrates: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▸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291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clinical_extractor.py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97480" y="32918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Pure rule-based NLP (regex + abbreviation dictionary). Zero dependencies, fully deterministic.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85876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▸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8587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app.py (Streamlit)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97480" y="385876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Hybrid pipeline: rule-based layer + simulated LLM fusion + confidence scoring with live UI.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42569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▸ 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42569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First Principles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97480" y="442569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Raw clinical text → diagnosis, medications, vitals, follow-up — structured JSON for downstream systems.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github.com/Rechal03/cotiviti-intern-assessment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96"/>
                </a:solidFill>
              </a:rPr>
              <a:t>Clinical NLP is not an add-on for Cotiviti 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A896"/>
                </a:solidFill>
              </a:rPr>
              <a:t>it's a natural extension of what you already do.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🔗 Repository:  github.com/Rechal03/cotiviti-intern-assessment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📧 Topic:  Clinical NLP: Past, Present &amp; Future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6400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Cotiviti Intern Assessment  ·  Topic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611</Words>
  <Application>Microsoft Office PowerPoint</Application>
  <PresentationFormat>On-screen Show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NLP for Health Care — Cotiviti Intern Assessment</dc:title>
  <dc:subject>PptxGenJS Presentation</dc:subject>
  <dc:creator>Rechal</dc:creator>
  <cp:lastModifiedBy>Rechal Chamakura</cp:lastModifiedBy>
  <cp:revision>3</cp:revision>
  <dcterms:created xsi:type="dcterms:W3CDTF">2026-06-26T18:09:43Z</dcterms:created>
  <dcterms:modified xsi:type="dcterms:W3CDTF">2026-06-29T03:18:40Z</dcterms:modified>
</cp:coreProperties>
</file>